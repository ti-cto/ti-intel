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Pretendard"/>
              </a:defRPr>
            </a:pPr>
            <a:r>
              <a:t>심층 리서치: 하이브리드 GPU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DDDDD"/>
                </a:solidFill>
                <a:latin typeface="Pretendard"/>
              </a:defRPr>
            </a:pPr>
            <a:r>
              <a:t>LG U+ Tech Intelligence | 2026.03.06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6200" cy="32004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GPU 오케스트레이션이 인퍼런스 효율화 경쟁의 최전선으로 부상. Run:ai + Dynamo로 GPU 활용률 2배, TTFT 61배 감소.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오케스트레이션 레이어 성숙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Kubernetes DRA v1.35 stable — GPU first-class 스케줄링 자원화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Well-run 클러스터도 GPU 평균 활용률 20-30% 문제 지속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단순 스케줄링 → 인퍼런스 서빙 최적화로 중심축 이동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6200" cy="32004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Prefill(프롬프트 처리)과 Decode(토큰 생성)를 물리적으로 분리. NVIDIA Dynamo로 DeepSeek-R1 처리량 30배 향상.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vLLM 생태계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LMCache: KV캐시 GPU 외부 오프로드, 엔진 간 공유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vLLM AMD ROCm: 전용 어텐션 백엔드 최적화 (2026-02)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llm-d (Red Hat): KV캐시 인식 라우팅 분산 스케줄링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Kthena: K8s-Native 인퍼런스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Volcano 커뮤니티가 2026-01 CNCF 통해 공개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vLLM, SGLang, Triton, TorchServe 지원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KV캐시 인식 라우팅, P/D 분리, 토폴로지 인식 스케줄링 내장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NVIDIA 이중 레이어 전략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레이어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솔루션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성과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스케줄링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Run:ai v2.24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GPU 활용률 2x, TTFT 44-61x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서빙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Dynamo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P/D 분리, 처리량 30x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KAI + 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Gang Scheduling, 우선순위 큐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멀티클라우드: NVIDIA 종속 탈출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AMD ROCm 7.0 + SkyPilot: 20개+ 클라우드 단일 YAML 추상화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CUDA → AMD MI300X 최소 변경 이전 경로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CoreWeave InfiniBand, Vast.ai Secure Cloud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통신 AI-RAN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기업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MWC 2026 발표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Nokia + NVIDIA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Grace Hopper 200 AI+RAN 동시 처리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Samsung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NVIDIA Aerial 멀티셀 테스트 완료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타임라인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2026 상용 시험 → 2027 상용 출시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LG U+ 파주 AIDC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GPU 12만장, 200MW, 2027년 수도권 최대 규모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Trusted Orchestration: Planning, Execution, Evaluation, Review AI 협업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"One Team LG" — LG전자, LG CNS, LG에너지솔루션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시장 규모 &amp; 핵심 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GPU-as-a-Service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$73억 (CAGR 28.7%)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 DC GPU 2026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$128억 (CAGR 22.1%)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CoreWeave 계약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NVIDIA $20억, Meta $142억, OpenAI $224억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전략적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GPU 활용률 20-30% → 오케스트레이션 ROI 명확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P/D + KV캐시로 동일 GPU에서 처리량 수배 향상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SkyPilot + ROCm 7.0 → NVIDIA 종속 해소 실용 경로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AI-RAN GPU 오케스트레이션 신규 수요 (2027 상용 출시)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전략적 위협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82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NVIDIA 수직 통합 (H/W → Run:ai → Dynamo → NIM)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GPU 공급 병목: CoreWeave $300억+ 백로그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오픈소스 분열: 표준 미확립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C50063"/>
                </a:solidFill>
                <a:latin typeface="Pretendard"/>
              </a:rPr>
              <a:t>■  </a:t>
            </a:r>
            <a:r>
              <a:rPr sz="1600">
                <a:solidFill>
                  <a:srgbClr val="0F172A"/>
                </a:solidFill>
                <a:latin typeface="Pretendard"/>
              </a:rPr>
              <a:t>국내 GPU 인프라 글로벌 대비 1-2년 지연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563360"/>
            <a:ext cx="1097280" cy="269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Pretendard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CCCCC"/>
                </a:solidFill>
                <a:latin typeface="Pretendard"/>
              </a:defRPr>
            </a:pPr>
            <a:r>
              <a:t>Tech Intelligence Platform | LG U+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