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500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Pretendard"/>
              </a:defRPr>
            </a:pPr>
            <a:r>
              <a:t>심층 리서치: MLOps/LLMOps/AgentOps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11880"/>
            <a:ext cx="27432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DDDDD"/>
                </a:solidFill>
                <a:latin typeface="Pretendard"/>
              </a:defRPr>
            </a:pPr>
            <a:r>
              <a:t>LG U+ Tech Intelligence | 2026.03.06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패러다임 진화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MLOps (성숙): MLflow, TFX, SageMaker Pipelines 안정화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LLMOps (부상): 프롬프트 버전 관리, RAG 오케스트레이션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AgentOps (초기): 비결정론적 에이전트 운영, 4단계 프레임워크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76200" cy="32004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C50063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0F172A"/>
                </a:solidFill>
                <a:latin typeface="Pretendard"/>
              </a:defRPr>
            </a:pPr>
            <a:r>
              <a:t>에이전트는 다수 도구를 사용하며 추론, 계획, 수정하는 비결정론적 특성. 전통 MLOps로는 관리 불가.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AgentOps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모니터링: 에이전트 입출력, 의사결정 과정, 환경 상호작용 로깅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이상 탐지: Intra-agent(내부 오류) + Inter-agent(협조 실패) 분류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근본 원인 분석: 결정 트레이스, 버전 제어, 재현 가능 실행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해결: 수정 조치, 킬스위치, 상태 보존 롤백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2026 핵심 MLOps 기법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기법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핵심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Policy-as-Code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EU AI Act, GDPR 자동 준수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AgentOps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에이전트 전용 운영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운영 XAI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런타임 설명기 통합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분산 MLOps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엣지, TinyML, 연합 학습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Green MLOps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탄소 추적, 에너지 KPI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MLflow 3.0: GenAI 특화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포괄적 트레이싱: GenAI 계층적 실행 흐름 가시성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LLM Judge 평가: 자동화된 품질 평가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피드백 수집 API: 인간 피드백 + LLM judge 추적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버전 관리: 프롬프트, RAG, 오케스트레이션 원자적 아티팩트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주요 플레이어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기업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포지션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CoreWeave + W&amp;B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컴퓨트 + 관측성 수직 통합 ($1.7B)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Databricks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MLflow 3.0, ISG 4개 Leader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Oracle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ISG 전체 1위, 7개 Leader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AWS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SageMaker + MLflow 3.0 관리형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Google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AI 특허 1위 (1,837건)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AI 관측성 생태계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W&amp;B AgentOps SDK: 400+ LLM 추적, 파인튜닝 비용 25x 절감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LangSmith: LangChain 마찰 없는 통합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Arize Phoenix: 오픈소스, OpenTelemetry 표준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RAGAS: reference-free faithfulness/relevance 메트릭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시장 &amp; 핵심 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MLOps 시장 2026년 $3-5B, CAGR 37-42%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2024년 투자 $4.5B → 2026년 $7-8B 예상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CoreWeave → W&amp;B $1.7B: 컴퓨트+관측성 수직 통합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Databricks → Tecton: MLOps 수직 완성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전략적 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Policy-as-Code → 자동 규제 준수, 속도와 안전성 동시 확보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AgentOps 생태계 초기 — 조기 도입 시 표준화 주도 가능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"컴퓨트+관측성" 번들링 전략 후발 적용 가능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Green MLOps: 탄소 중립 기업의 MLOps 도입 정당화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전략적 위협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클라우드 빅3 수직 통합 → 독립 MLOps 벤더 생존 공간 축소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AgentOps 성숙도 부족: 비결정론적 행동 디버깅 난이도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도구 스택 병렬 증식 → 기술 부채 축적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LLM 추론 비용: 전통 ML 대비 최대 100배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500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Pretendard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CCCCC"/>
                </a:solidFill>
                <a:latin typeface="Pretendard"/>
              </a:defRPr>
            </a:pPr>
            <a:r>
              <a:t>Tech Intelligence Platform | LG U+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