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Pretendard"/>
              </a:defRPr>
            </a:pPr>
            <a:r>
              <a:t>주간 기술 동향: AXOps (2026-W10)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DDDDD"/>
                </a:solidFill>
                <a:latin typeface="Pretendard"/>
              </a:defRPr>
            </a:pPr>
            <a:r>
              <a:t>LG U+ Tech Intelligence | 2026.03.06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Executive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세부기술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신호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FeedBackOps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평온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DSPy 생태계 안정적 발전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EvalOps KMS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평온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LLM-as-Judge 80-90% 인간 합의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MLOps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AgentOps 등장, CoreWeave-W&amp;B $1.7B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GPU Orchestration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주목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P/D Disaggregation, LG 파주 AIDC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Quick Scan: 평온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FeedBackOps: DSPy(Stanford NLP) 프롬프트 자동 최적화 사실상 표준으로 안정화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EvalOps: LLM-as-Judge가 인간 평가자와 80-90% 합의 수준, RAGAS reference-free 메트릭 도입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두 영역 모두 급격한 패러다임 전환 시그널 미감지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MLOps: 패러다임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MLOps (성숙): MLflow, TFX, SageMaker Pipelines 안정화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LLMOps (부상): 프롬프트 버전 관리, RAG 오케스트레이션, 토큰 비용 최적화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AgentOps (초기): 비결정론적 행동 관리, 4단계 프레임워크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MLOps: 2026 핵심 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Policy-as-Code: EU AI Act, GDPR 준수를 CI/CD에 코드로 자동 임베딩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AgentOps: LLM 에이전트 전용 운영 프레임워크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운영 설명가능성(XAI): 런타임 설명기를 MLOps 라이프사이클에 통합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Green MLOps: 에너지 메트릭, 탄소 추적, 효율 KPI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MLOps: 주요 플레이어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기업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동향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CoreWeave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W&amp;B $1.7B 인수, 컴퓨트+AI 플랫폼 수직 통합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Databricks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MLflow 3.0, ISG 2025 4개 Leader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Oracle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ISG 2025 전체 1위, 7개 Leader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AWS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SageMaker + MLflow 3.0 관리형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Google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 특허 세계 1위 (1,837건)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MLOps: 시장 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MLOps 시장 2026년 $3-5B, CAGR 37-42%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Gartner: AI 에이전트 플랫폼 기업 관심 1,445% 급증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85% ML 모델 프로덕션 미도달 — 이 격차가 성장 동인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6200" cy="32004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P/D Disaggregation: Prefill과 Decode를 물리적으로 분리하여 독립 최적화. NVIDIA Dynamo로 처리량 30배 향상.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GPU Orchestration: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NVIDIA Dynamo: P/D 분리 + KV캐시 인식 라우터 (오픈소스)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Kthena (CNCF): Kubernetes-native 인퍼런스 오케스트레이션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LMCache: KV캐시 GPU 외부 오프로드, 엔진 간 공유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SkyPilot + AMD ROCm 7.0: 20개+ 클라우드 멀티클라우드 오케스트레이션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GPU Orchestration: 주요 플레이어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기업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동향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NVIDIA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Run:ai GPU 활용률 2x, Dynamo P/D 30x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LG U+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파주 AIDC GPU 12만장, 200MW, 2027 준공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CoreWeave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NVIDIA $20억 투자, 2026 매출 $120억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Nokia/Samsung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MWC 2026 AI-RAN 상용화 선언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GPU Orchestration: 시장 규모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세그먼트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전망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GPU-as-a-Service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$73억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$259억 (2031)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28.7%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 DC GPU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$128억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$772억 (2035)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22.1%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기술 간 교차 시사점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MLOps와 GPU Orchestration이 "복합 AI 시스템 프로덕션 배포"에서 수렴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CoreWeave-W&amp;B $1.7B 인수가 이 수렴을 상징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P/D Disaggregation이 상위 서빙 아키텍처 근본 재설계 요구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통신 AI-RAN: GPU Orchestration이 네트워크 인프라로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전략적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GPU 활용률 20-30% 문제 → 오케스트레이션 ROI 명확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P/D + KV캐시로 동일 GPU 투자에서 처리량 수배 향상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AgentOps 도구 생태계 초기 — 조기 도입 시 표준화 주도 가능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AI-RAN에서 GPU 오케스트레이션 신규 수요 창출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전략적 위협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NVIDIA 수직 통합(H/W → Run:ai → Dynamo → NIM) 심화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GPU 공급 병목 지속 — CoreWeave $300억+ 백로그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오픈소스 분열 (vLLM, SGLang, Dynamo, Kthena) — 표준 미확립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LG 파주 AIDC 2027 준공 — 국내 GPU 인프라 글로벌 대비 1-2년 지연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후속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LG 파주 AIDC Trusted Orchestration 전략 L2 기술별 영향도 분석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다음 주: NVIDIA GTC 2026 발표 모니터링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CCCCC"/>
                </a:solidFill>
                <a:latin typeface="Pretendard"/>
              </a:defRPr>
            </a:pPr>
            <a:r>
              <a:t>Tech Intelligence Platform | LG U+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